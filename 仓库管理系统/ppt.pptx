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3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4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70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165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0435F-E558-4051-86BC-60A3F575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FAAD1-FD35-4DE7-BCCF-2FA9B5EEB1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501304" y="6727281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2D5D4-DD55-4DBC-81D4-13ECF5893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BB16D-A77C-4F33-A74C-4134E9C921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82041" y="99060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40279" y="2857731"/>
            <a:ext cx="7711439" cy="1843497"/>
            <a:chOff x="4019175" y="2497780"/>
            <a:chExt cx="6492379" cy="1843497"/>
          </a:xfrm>
        </p:grpSpPr>
        <p:sp>
          <p:nvSpPr>
            <p:cNvPr id="8" name="文本框 7"/>
            <p:cNvSpPr txBox="1"/>
            <p:nvPr/>
          </p:nvSpPr>
          <p:spPr>
            <a:xfrm>
              <a:off x="4019175" y="2497780"/>
              <a:ext cx="6492379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仓库管理</a:t>
              </a:r>
              <a:r>
                <a:rPr lang="zh-CN" altLang="en-US" sz="54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系统</a:t>
              </a:r>
              <a:endParaRPr lang="zh-CN" altLang="en-US" sz="5400" b="1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079052" y="3389457"/>
              <a:ext cx="63726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4492128" y="3809666"/>
              <a:ext cx="5483476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4911055" y="3972977"/>
              <a:ext cx="470862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汇报人：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汇报时间：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2024/7/13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medal-of-award_49824"/>
          <p:cNvSpPr>
            <a:spLocks noChangeAspect="1"/>
          </p:cNvSpPr>
          <p:nvPr/>
        </p:nvSpPr>
        <p:spPr bwMode="auto">
          <a:xfrm>
            <a:off x="5445768" y="1764685"/>
            <a:ext cx="1300464" cy="836952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rgbClr val="333F50"/>
          </a:solidFill>
          <a:ln w="31750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0A081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82041" y="99060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5805306" y="1771534"/>
            <a:ext cx="2322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dist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CONTENTS</a:t>
            </a:r>
            <a:endParaRPr lang="zh-CN" altLang="en-US" sz="2800" b="1" dirty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11303" y="3081794"/>
            <a:ext cx="2794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cs typeface="+mn-ea"/>
                <a:sym typeface="+mn-lt"/>
              </a:rPr>
              <a:t>课题背景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019944" y="3047585"/>
            <a:ext cx="637879" cy="490230"/>
            <a:chOff x="3041047" y="2507380"/>
            <a:chExt cx="475454" cy="365401"/>
          </a:xfrm>
        </p:grpSpPr>
        <p:sp>
          <p:nvSpPr>
            <p:cNvPr id="44" name="椭圆 43"/>
            <p:cNvSpPr/>
            <p:nvPr/>
          </p:nvSpPr>
          <p:spPr>
            <a:xfrm>
              <a:off x="3084276" y="2507380"/>
              <a:ext cx="365401" cy="365401"/>
            </a:xfrm>
            <a:prstGeom prst="ellipse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45" name="文本框 21"/>
            <p:cNvSpPr txBox="1"/>
            <p:nvPr/>
          </p:nvSpPr>
          <p:spPr>
            <a:xfrm>
              <a:off x="3041047" y="2544476"/>
              <a:ext cx="475454" cy="275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8" name="直接连接符 27"/>
          <p:cNvCxnSpPr/>
          <p:nvPr/>
        </p:nvCxnSpPr>
        <p:spPr>
          <a:xfrm flipH="1">
            <a:off x="2720903" y="3068514"/>
            <a:ext cx="182218" cy="45921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15"/>
          <p:cNvSpPr txBox="1"/>
          <p:nvPr/>
        </p:nvSpPr>
        <p:spPr>
          <a:xfrm>
            <a:off x="3111303" y="4035902"/>
            <a:ext cx="2794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cs typeface="+mn-ea"/>
                <a:sym typeface="+mn-lt"/>
              </a:rPr>
              <a:t>系统设计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004386" y="4001693"/>
            <a:ext cx="637879" cy="490230"/>
            <a:chOff x="3029450" y="2507380"/>
            <a:chExt cx="475454" cy="365401"/>
          </a:xfrm>
        </p:grpSpPr>
        <p:sp>
          <p:nvSpPr>
            <p:cNvPr id="42" name="椭圆 41"/>
            <p:cNvSpPr/>
            <p:nvPr/>
          </p:nvSpPr>
          <p:spPr>
            <a:xfrm>
              <a:off x="3084276" y="2507380"/>
              <a:ext cx="365401" cy="365401"/>
            </a:xfrm>
            <a:prstGeom prst="ellipse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43" name="文本框 21"/>
            <p:cNvSpPr txBox="1"/>
            <p:nvPr/>
          </p:nvSpPr>
          <p:spPr>
            <a:xfrm>
              <a:off x="3029450" y="2547249"/>
              <a:ext cx="475454" cy="275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1" name="直接连接符 30"/>
          <p:cNvCxnSpPr/>
          <p:nvPr/>
        </p:nvCxnSpPr>
        <p:spPr>
          <a:xfrm flipH="1">
            <a:off x="2720903" y="4022622"/>
            <a:ext cx="182218" cy="45921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320672" y="3081794"/>
            <a:ext cx="2794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cs typeface="+mn-ea"/>
                <a:sym typeface="+mn-lt"/>
              </a:rPr>
              <a:t>相关技术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229313" y="3047585"/>
            <a:ext cx="637879" cy="490230"/>
            <a:chOff x="3041047" y="2507380"/>
            <a:chExt cx="475454" cy="365401"/>
          </a:xfrm>
        </p:grpSpPr>
        <p:sp>
          <p:nvSpPr>
            <p:cNvPr id="40" name="椭圆 39"/>
            <p:cNvSpPr/>
            <p:nvPr/>
          </p:nvSpPr>
          <p:spPr>
            <a:xfrm>
              <a:off x="3084276" y="2507380"/>
              <a:ext cx="365401" cy="365401"/>
            </a:xfrm>
            <a:prstGeom prst="ellipse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41" name="文本框 21"/>
            <p:cNvSpPr txBox="1"/>
            <p:nvPr/>
          </p:nvSpPr>
          <p:spPr>
            <a:xfrm>
              <a:off x="3041047" y="2557624"/>
              <a:ext cx="475454" cy="275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 flipH="1">
            <a:off x="6930272" y="3068514"/>
            <a:ext cx="182218" cy="45921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15"/>
          <p:cNvSpPr txBox="1"/>
          <p:nvPr/>
        </p:nvSpPr>
        <p:spPr>
          <a:xfrm>
            <a:off x="7320672" y="4072822"/>
            <a:ext cx="2794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cs typeface="+mn-ea"/>
                <a:sym typeface="+mn-lt"/>
              </a:rPr>
              <a:t>系统实现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214308" y="4038613"/>
            <a:ext cx="637879" cy="490230"/>
            <a:chOff x="3029863" y="2507380"/>
            <a:chExt cx="475454" cy="365401"/>
          </a:xfrm>
        </p:grpSpPr>
        <p:sp>
          <p:nvSpPr>
            <p:cNvPr id="38" name="椭圆 37"/>
            <p:cNvSpPr/>
            <p:nvPr/>
          </p:nvSpPr>
          <p:spPr>
            <a:xfrm>
              <a:off x="3084276" y="2507380"/>
              <a:ext cx="365401" cy="365401"/>
            </a:xfrm>
            <a:prstGeom prst="ellipse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9" name="文本框 21"/>
            <p:cNvSpPr txBox="1"/>
            <p:nvPr/>
          </p:nvSpPr>
          <p:spPr>
            <a:xfrm>
              <a:off x="3029863" y="2554635"/>
              <a:ext cx="475454" cy="275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7" name="直接连接符 36"/>
          <p:cNvCxnSpPr/>
          <p:nvPr/>
        </p:nvCxnSpPr>
        <p:spPr>
          <a:xfrm flipH="1">
            <a:off x="6930272" y="4059542"/>
            <a:ext cx="182218" cy="45921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5"/>
          <p:cNvSpPr txBox="1">
            <a:spLocks noChangeArrowheads="1"/>
          </p:cNvSpPr>
          <p:nvPr/>
        </p:nvSpPr>
        <p:spPr bwMode="auto">
          <a:xfrm>
            <a:off x="4142204" y="1463757"/>
            <a:ext cx="166310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dist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8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 sz="4800" b="1" dirty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92836" y="86995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删掉大师风范非法</a:t>
            </a:r>
            <a:r>
              <a:rPr lang="en-US" altLang="zh-CN" dirty="0">
                <a:cs typeface="+mn-ea"/>
                <a:sym typeface="+mn-lt"/>
              </a:rPr>
              <a:t>cffeefsss</a:t>
            </a:r>
            <a:endParaRPr lang="en-US" altLang="zh-CN" dirty="0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93132" y="2368445"/>
            <a:ext cx="2134576" cy="2134576"/>
            <a:chOff x="2453152" y="2105954"/>
            <a:chExt cx="2134576" cy="2134576"/>
          </a:xfrm>
        </p:grpSpPr>
        <p:sp>
          <p:nvSpPr>
            <p:cNvPr id="5" name="椭圆 4"/>
            <p:cNvSpPr/>
            <p:nvPr/>
          </p:nvSpPr>
          <p:spPr>
            <a:xfrm>
              <a:off x="2453152" y="2105954"/>
              <a:ext cx="2134576" cy="213457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32404" y="2449967"/>
              <a:ext cx="157607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8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230497" y="1664314"/>
            <a:ext cx="4383718" cy="1764686"/>
            <a:chOff x="5308922" y="2335221"/>
            <a:chExt cx="4383718" cy="1764686"/>
          </a:xfrm>
        </p:grpSpPr>
        <p:sp>
          <p:nvSpPr>
            <p:cNvPr id="8" name="文本框 7"/>
            <p:cNvSpPr txBox="1"/>
            <p:nvPr/>
          </p:nvSpPr>
          <p:spPr>
            <a:xfrm>
              <a:off x="5315701" y="2335221"/>
              <a:ext cx="34168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课题背景</a:t>
              </a:r>
              <a:endParaRPr lang="zh-CN" altLang="en-US" sz="3600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408809" y="3224297"/>
              <a:ext cx="84860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/>
            <p:cNvSpPr txBox="1"/>
            <p:nvPr/>
          </p:nvSpPr>
          <p:spPr>
            <a:xfrm>
              <a:off x="5308922" y="3429000"/>
              <a:ext cx="4383718" cy="670907"/>
            </a:xfrm>
            <a:prstGeom prst="rect">
              <a:avLst/>
            </a:prstGeom>
          </p:spPr>
          <p:txBody>
            <a:bodyPr vert="horz" lIns="121682" tIns="60841" rIns="121682" bIns="60841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zh-CN" sz="1800" b="1" dirty="0"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传统的仓库管理方式往往存在一些问题，如库存管理不精确、货物追踪困难、流程繁琐、耗费人力物力等</a:t>
              </a:r>
              <a:endParaRPr lang="zh-CN" sz="18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indent="0">
                <a:lnSpc>
                  <a:spcPct val="120000"/>
                </a:lnSpc>
                <a:buNone/>
              </a:pPr>
              <a:endParaRPr lang="zh-CN" sz="18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indent="0">
                <a:lnSpc>
                  <a:spcPct val="120000"/>
                </a:lnSpc>
                <a:buNone/>
              </a:pPr>
              <a:r>
                <a:rPr lang="zh-CN" sz="1800" b="1" dirty="0">
                  <a:solidFill>
                    <a:schemeClr val="tx1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本课题旨在利用计算机技术的能力，减少人为干预，降低错误率，提高仓库管理效率。</a:t>
              </a:r>
              <a:endParaRPr lang="zh-CN" sz="18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indent="0">
                <a:lnSpc>
                  <a:spcPct val="120000"/>
                </a:lnSpc>
                <a:buNone/>
              </a:pPr>
              <a:endPara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82041" y="99060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93132" y="2368445"/>
            <a:ext cx="2134576" cy="2134576"/>
            <a:chOff x="2453152" y="2105954"/>
            <a:chExt cx="2134576" cy="2134576"/>
          </a:xfrm>
        </p:grpSpPr>
        <p:sp>
          <p:nvSpPr>
            <p:cNvPr id="5" name="椭圆 4"/>
            <p:cNvSpPr/>
            <p:nvPr/>
          </p:nvSpPr>
          <p:spPr>
            <a:xfrm>
              <a:off x="2453152" y="2105954"/>
              <a:ext cx="2134576" cy="213457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32404" y="2449967"/>
              <a:ext cx="157607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8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16542" y="2285672"/>
            <a:ext cx="4383718" cy="2217582"/>
            <a:chOff x="5408617" y="2469136"/>
            <a:chExt cx="4383718" cy="1503746"/>
          </a:xfrm>
        </p:grpSpPr>
        <p:sp>
          <p:nvSpPr>
            <p:cNvPr id="8" name="文本框 7"/>
            <p:cNvSpPr txBox="1"/>
            <p:nvPr/>
          </p:nvSpPr>
          <p:spPr>
            <a:xfrm>
              <a:off x="5408617" y="2469136"/>
              <a:ext cx="3656965" cy="5279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zh-CN" altLang="en-US" sz="3600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相关技术</a:t>
              </a:r>
              <a:endParaRPr lang="zh-CN" altLang="en-US" sz="3600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408809" y="3224297"/>
              <a:ext cx="84860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/>
            <p:cNvSpPr txBox="1"/>
            <p:nvPr/>
          </p:nvSpPr>
          <p:spPr>
            <a:xfrm>
              <a:off x="5408617" y="3301975"/>
              <a:ext cx="4383718" cy="670907"/>
            </a:xfrm>
            <a:prstGeom prst="rect">
              <a:avLst/>
            </a:prstGeom>
          </p:spPr>
          <p:txBody>
            <a:bodyPr vert="horz" lIns="121682" tIns="60841" rIns="121682" bIns="60841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altLang="zh-CN" sz="1600" b="1" dirty="0" err="1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Springboot2+Vue2</a:t>
              </a:r>
              <a:endParaRPr lang="en-US" altLang="zh-CN" sz="1600" b="1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  <a:p>
              <a:pPr marL="0" lvl="0" indent="0">
                <a:buNone/>
                <a:defRPr/>
              </a:pPr>
              <a:r>
                <a:rPr lang="en-US" altLang="zh-CN" sz="1600" b="1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Element UI</a:t>
              </a:r>
              <a:endParaRPr lang="en-US" altLang="zh-CN" sz="1600" b="1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  <a:p>
              <a:pPr marL="0" lvl="0" indent="0">
                <a:buNone/>
                <a:defRPr/>
              </a:pPr>
              <a:r>
                <a:rPr lang="en-US" altLang="zh-CN" sz="1600" b="1" dirty="0" err="1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Mysql</a:t>
              </a:r>
              <a:endParaRPr lang="en-US" altLang="zh-CN" sz="1600" b="1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  <a:p>
              <a:pPr marL="0" lvl="0" indent="0">
                <a:buNone/>
                <a:defRPr/>
              </a:pPr>
              <a:r>
                <a:rPr lang="en-US" altLang="zh-CN" sz="1600" b="1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IDEA</a:t>
              </a:r>
              <a:endParaRPr lang="en-US" altLang="zh-CN" sz="1600" b="1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  <a:p>
              <a:pPr marL="0" lvl="0" indent="0">
                <a:buNone/>
                <a:defRPr/>
              </a:pPr>
              <a:r>
                <a:rPr lang="en-US" altLang="zh-CN" sz="1600" b="1" dirty="0" err="1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Navicat</a:t>
              </a:r>
              <a:endParaRPr lang="zh-CN" altLang="en-US" sz="1600" b="1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82041" y="99060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93132" y="2368445"/>
            <a:ext cx="2134576" cy="2134576"/>
            <a:chOff x="2453152" y="2105954"/>
            <a:chExt cx="2134576" cy="2134576"/>
          </a:xfrm>
        </p:grpSpPr>
        <p:sp>
          <p:nvSpPr>
            <p:cNvPr id="5" name="椭圆 4"/>
            <p:cNvSpPr/>
            <p:nvPr/>
          </p:nvSpPr>
          <p:spPr>
            <a:xfrm>
              <a:off x="2453152" y="2105954"/>
              <a:ext cx="2134576" cy="213457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32404" y="2449967"/>
              <a:ext cx="157607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b="1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8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54642" y="1233344"/>
            <a:ext cx="4383718" cy="3077999"/>
            <a:chOff x="5308922" y="1021908"/>
            <a:chExt cx="4383718" cy="3077999"/>
          </a:xfrm>
        </p:grpSpPr>
        <p:sp>
          <p:nvSpPr>
            <p:cNvPr id="8" name="文本框 7"/>
            <p:cNvSpPr txBox="1"/>
            <p:nvPr/>
          </p:nvSpPr>
          <p:spPr>
            <a:xfrm>
              <a:off x="5317789" y="1021908"/>
              <a:ext cx="37597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系统设计</a:t>
              </a:r>
              <a:endParaRPr lang="zh-CN" altLang="en-US" sz="3600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408809" y="3224297"/>
              <a:ext cx="84860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/>
            <p:cNvSpPr txBox="1"/>
            <p:nvPr/>
          </p:nvSpPr>
          <p:spPr>
            <a:xfrm>
              <a:off x="5308922" y="3429000"/>
              <a:ext cx="4383718" cy="670907"/>
            </a:xfrm>
            <a:prstGeom prst="rect">
              <a:avLst/>
            </a:prstGeom>
          </p:spPr>
          <p:txBody>
            <a:bodyPr vert="horz" lIns="121682" tIns="60841" rIns="121682" bIns="60841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endParaRPr lang="zh-CN" altLang="en-US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" name="图片 1" descr="系统功能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735" y="2028190"/>
            <a:ext cx="5744845" cy="3517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82040" y="777537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356318" y="1011883"/>
            <a:ext cx="8382042" cy="3299460"/>
            <a:chOff x="1310598" y="800447"/>
            <a:chExt cx="8382042" cy="3299460"/>
          </a:xfrm>
        </p:grpSpPr>
        <p:sp>
          <p:nvSpPr>
            <p:cNvPr id="8" name="文本框 7"/>
            <p:cNvSpPr txBox="1"/>
            <p:nvPr/>
          </p:nvSpPr>
          <p:spPr>
            <a:xfrm>
              <a:off x="1310598" y="800447"/>
              <a:ext cx="3851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数据库设计</a:t>
              </a:r>
              <a:endParaRPr lang="zh-CN" altLang="en-US" sz="3600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408809" y="3224297"/>
              <a:ext cx="84860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/>
            <p:cNvSpPr txBox="1"/>
            <p:nvPr/>
          </p:nvSpPr>
          <p:spPr>
            <a:xfrm>
              <a:off x="5308922" y="3429000"/>
              <a:ext cx="4383718" cy="670907"/>
            </a:xfrm>
            <a:prstGeom prst="rect">
              <a:avLst/>
            </a:prstGeom>
          </p:spPr>
          <p:txBody>
            <a:bodyPr vert="horz" lIns="121682" tIns="60841" rIns="121682" bIns="60841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endParaRPr lang="zh-CN" altLang="en-US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5" name="图片 4" descr="数据库设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4985" y="1012190"/>
            <a:ext cx="5064760" cy="4049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82041" y="99060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93132" y="2368445"/>
            <a:ext cx="2134576" cy="2134576"/>
            <a:chOff x="2453152" y="2105954"/>
            <a:chExt cx="2134576" cy="2134576"/>
          </a:xfrm>
        </p:grpSpPr>
        <p:sp>
          <p:nvSpPr>
            <p:cNvPr id="5" name="椭圆 4"/>
            <p:cNvSpPr/>
            <p:nvPr/>
          </p:nvSpPr>
          <p:spPr>
            <a:xfrm>
              <a:off x="2453152" y="2105954"/>
              <a:ext cx="2134576" cy="213457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32404" y="2449967"/>
              <a:ext cx="157607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b="1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8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54642" y="1346022"/>
            <a:ext cx="4383718" cy="2965321"/>
            <a:chOff x="5308922" y="1134586"/>
            <a:chExt cx="4383718" cy="2965321"/>
          </a:xfrm>
        </p:grpSpPr>
        <p:sp>
          <p:nvSpPr>
            <p:cNvPr id="8" name="文本框 7"/>
            <p:cNvSpPr txBox="1"/>
            <p:nvPr/>
          </p:nvSpPr>
          <p:spPr>
            <a:xfrm>
              <a:off x="5308922" y="1134586"/>
              <a:ext cx="3851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solidFill>
                    <a:schemeClr val="tx2">
                      <a:lumMod val="75000"/>
                    </a:schemeClr>
                  </a:solidFill>
                  <a:cs typeface="+mn-ea"/>
                  <a:sym typeface="+mn-lt"/>
                </a:rPr>
                <a:t>系统实现</a:t>
              </a:r>
              <a:endParaRPr lang="zh-CN" altLang="en-US" sz="3600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408809" y="3224297"/>
              <a:ext cx="84860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/>
            <p:cNvSpPr txBox="1"/>
            <p:nvPr/>
          </p:nvSpPr>
          <p:spPr>
            <a:xfrm>
              <a:off x="5308922" y="3429000"/>
              <a:ext cx="4383718" cy="670907"/>
            </a:xfrm>
            <a:prstGeom prst="rect">
              <a:avLst/>
            </a:prstGeom>
          </p:spPr>
          <p:txBody>
            <a:bodyPr vert="horz" lIns="121682" tIns="60841" rIns="121682" bIns="60841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endParaRPr lang="zh-CN" altLang="en-US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" name="图片 1" descr="库存记录查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885" y="1992630"/>
            <a:ext cx="5392420" cy="3649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82041" y="990601"/>
            <a:ext cx="1002792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40279" y="2857731"/>
            <a:ext cx="7711439" cy="1311886"/>
            <a:chOff x="4019175" y="2497780"/>
            <a:chExt cx="6492379" cy="1311886"/>
          </a:xfrm>
        </p:grpSpPr>
        <p:sp>
          <p:nvSpPr>
            <p:cNvPr id="13" name="文本框 12"/>
            <p:cNvSpPr txBox="1"/>
            <p:nvPr/>
          </p:nvSpPr>
          <p:spPr>
            <a:xfrm>
              <a:off x="4019175" y="2497780"/>
              <a:ext cx="64923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演示完毕，谢谢观看</a:t>
              </a:r>
              <a:endPara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079052" y="3389457"/>
              <a:ext cx="63726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THE PROFESSIONAL POWERPOINT TEMPLATE.ADD YOUR TITLE HERE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4492128" y="3809666"/>
              <a:ext cx="5483476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medal-of-award_49824"/>
          <p:cNvSpPr>
            <a:spLocks noChangeAspect="1"/>
          </p:cNvSpPr>
          <p:nvPr/>
        </p:nvSpPr>
        <p:spPr bwMode="auto">
          <a:xfrm>
            <a:off x="5445768" y="1764685"/>
            <a:ext cx="1300464" cy="836952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rgbClr val="333F50"/>
          </a:solidFill>
          <a:ln w="31750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0A081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VlNzQxMDZiOGYyNDMyNTU2MGMzNTNjMWFiYmExYzU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pdrxewk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WPS 演示</Application>
  <PresentationFormat>宽屏</PresentationFormat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Calibri Light</vt:lpstr>
      <vt:lpstr>方正宋刻本秀楷简体</vt:lpstr>
      <vt:lpstr>Times New Roman</vt:lpstr>
      <vt:lpstr>微软雅黑</vt:lpstr>
      <vt:lpstr>Arial Unicode MS</vt:lpstr>
      <vt:lpstr>Calibri</vt:lpstr>
      <vt:lpstr>等线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/>
  <cp:keywords>www.1ppt.com</cp:keywords>
  <dc:description>www.1ppt.com</dc:description>
  <cp:lastModifiedBy>winner</cp:lastModifiedBy>
  <cp:revision>6</cp:revision>
  <dcterms:created xsi:type="dcterms:W3CDTF">2021-05-11T03:37:00Z</dcterms:created>
  <dcterms:modified xsi:type="dcterms:W3CDTF">2024-07-13T04:06:02Z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19506B664DD04AAF89250E97A373CC74_13</vt:lpwstr>
  </property>
  <property fmtid="{D5CDD505-2E9C-101B-9397-08002B2CF9AE}" pid="3" name="KSOProductBuildVer">
    <vt:lpwstr>2052-12.1.0.17147</vt:lpwstr>
  </property>
</Properties>
</file>